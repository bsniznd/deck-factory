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DF_LAYOUT: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DF_LAYOUT: content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DF_LAYOUT: two-column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DF_LAYOUT: chart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f_metadata"/>
          <p:cNvSpPr/>
          <p:nvPr/>
        </p:nvSpPr>
        <p:spPr>
          <a:xfrm>
            <a:off x="91440" y="65379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7F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DF_LAYOUT: title</a:t>
            </a:r>
            <a:endParaRPr lang="en-US" sz="100" dirty="0"/>
          </a:p>
        </p:txBody>
      </p:sp>
      <p:sp>
        <p:nvSpPr>
          <p:cNvPr id="4" name="df_title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Strategy Report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0698480" cy="0"/>
          </a:xfrm>
          <a:prstGeom prst="line">
            <a:avLst/>
          </a:prstGeom>
          <a:noFill/>
          <a:ln w="25400">
            <a:solidFill>
              <a:srgbClr val="C94C2E"/>
            </a:solidFill>
            <a:prstDash val="solid"/>
          </a:ln>
        </p:spPr>
      </p:sp>
      <p:sp>
        <p:nvSpPr>
          <p:cNvPr id="6" name="df_subtitle"/>
          <p:cNvSpPr/>
          <p:nvPr/>
        </p:nvSpPr>
        <p:spPr>
          <a:xfrm>
            <a:off x="685800" y="1417320"/>
            <a:ext cx="10241280" cy="4297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{{audience}}</a:t>
            </a:r>
            <a:endParaRPr lang="en-US" sz="1800" dirty="0"/>
          </a:p>
        </p:txBody>
      </p:sp>
      <p:sp>
        <p:nvSpPr>
          <p:cNvPr id="7" name="df_footer"/>
          <p:cNvSpPr/>
          <p:nvPr/>
        </p:nvSpPr>
        <p:spPr>
          <a:xfrm>
            <a:off x="9601200" y="6309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Snizco Agency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f_metadata"/>
          <p:cNvSpPr/>
          <p:nvPr/>
        </p:nvSpPr>
        <p:spPr>
          <a:xfrm>
            <a:off x="91440" y="65379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7F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DF_LAYOUT: content</a:t>
            </a:r>
            <a:endParaRPr lang="en-US" sz="100" dirty="0"/>
          </a:p>
        </p:txBody>
      </p:sp>
      <p:sp>
        <p:nvSpPr>
          <p:cNvPr id="4" name="df_title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0698480" cy="0"/>
          </a:xfrm>
          <a:prstGeom prst="line">
            <a:avLst/>
          </a:prstGeom>
          <a:noFill/>
          <a:ln w="25400">
            <a:solidFill>
              <a:srgbClr val="C94C2E"/>
            </a:solidFill>
            <a:prstDash val="solid"/>
          </a:ln>
        </p:spPr>
      </p:sp>
      <p:sp>
        <p:nvSpPr>
          <p:cNvPr id="6" name="df_body"/>
          <p:cNvSpPr/>
          <p:nvPr/>
        </p:nvSpPr>
        <p:spPr>
          <a:xfrm>
            <a:off x="685800" y="1417320"/>
            <a:ext cx="10241280" cy="4297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{{body}}</a:t>
            </a:r>
            <a:endParaRPr lang="en-US" sz="1800" dirty="0"/>
          </a:p>
        </p:txBody>
      </p:sp>
      <p:sp>
        <p:nvSpPr>
          <p:cNvPr id="7" name="df_footer"/>
          <p:cNvSpPr/>
          <p:nvPr/>
        </p:nvSpPr>
        <p:spPr>
          <a:xfrm>
            <a:off x="9601200" y="6309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Snizco Agency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f_metadata"/>
          <p:cNvSpPr/>
          <p:nvPr/>
        </p:nvSpPr>
        <p:spPr>
          <a:xfrm>
            <a:off x="91440" y="65379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7F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DF_LAYOUT: two-column</a:t>
            </a:r>
            <a:endParaRPr lang="en-US" sz="100" dirty="0"/>
          </a:p>
        </p:txBody>
      </p:sp>
      <p:sp>
        <p:nvSpPr>
          <p:cNvPr id="4" name="df_title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0698480" cy="0"/>
          </a:xfrm>
          <a:prstGeom prst="line">
            <a:avLst/>
          </a:prstGeom>
          <a:noFill/>
          <a:ln w="25400">
            <a:solidFill>
              <a:srgbClr val="C94C2E"/>
            </a:solidFill>
            <a:prstDash val="solid"/>
          </a:ln>
        </p:spPr>
      </p:sp>
      <p:sp>
        <p:nvSpPr>
          <p:cNvPr id="6" name="df_body"/>
          <p:cNvSpPr/>
          <p:nvPr/>
        </p:nvSpPr>
        <p:spPr>
          <a:xfrm>
            <a:off x="685800" y="1417320"/>
            <a:ext cx="10241280" cy="4297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{{left_column}}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{{right_column}}</a:t>
            </a:r>
            <a:endParaRPr lang="en-US" sz="1800" dirty="0"/>
          </a:p>
        </p:txBody>
      </p:sp>
      <p:sp>
        <p:nvSpPr>
          <p:cNvPr id="7" name="df_footer"/>
          <p:cNvSpPr/>
          <p:nvPr/>
        </p:nvSpPr>
        <p:spPr>
          <a:xfrm>
            <a:off x="9601200" y="6309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Snizco Agency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f_metadata"/>
          <p:cNvSpPr/>
          <p:nvPr/>
        </p:nvSpPr>
        <p:spPr>
          <a:xfrm>
            <a:off x="91440" y="65379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7F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DF_LAYOUT: chart</a:t>
            </a:r>
            <a:endParaRPr lang="en-US" sz="100" dirty="0"/>
          </a:p>
        </p:txBody>
      </p:sp>
      <p:sp>
        <p:nvSpPr>
          <p:cNvPr id="4" name="df_title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0698480" cy="0"/>
          </a:xfrm>
          <a:prstGeom prst="line">
            <a:avLst/>
          </a:prstGeom>
          <a:noFill/>
          <a:ln w="25400">
            <a:solidFill>
              <a:srgbClr val="C94C2E"/>
            </a:solidFill>
            <a:prstDash val="solid"/>
          </a:ln>
        </p:spPr>
      </p:sp>
      <p:sp>
        <p:nvSpPr>
          <p:cNvPr id="6" name="df_body"/>
          <p:cNvSpPr/>
          <p:nvPr/>
        </p:nvSpPr>
        <p:spPr>
          <a:xfrm>
            <a:off x="685800" y="1417320"/>
            <a:ext cx="10241280" cy="4297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{{chart}}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4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{{source}}</a:t>
            </a:r>
            <a:endParaRPr lang="en-US" sz="1800" dirty="0"/>
          </a:p>
        </p:txBody>
      </p:sp>
      <p:sp>
        <p:nvSpPr>
          <p:cNvPr id="7" name="df_footer"/>
          <p:cNvSpPr/>
          <p:nvPr/>
        </p:nvSpPr>
        <p:spPr>
          <a:xfrm>
            <a:off x="9601200" y="6309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Snizco Agency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Deck Factory</dc:creator>
  <cp:lastModifiedBy>Deck Factory</cp:lastModifiedBy>
  <cp:revision>1</cp:revision>
  <dcterms:created xsi:type="dcterms:W3CDTF">2026-05-25T06:44:42Z</dcterms:created>
  <dcterms:modified xsi:type="dcterms:W3CDTF">2026-05-25T06:44:42Z</dcterms:modified>
</cp:coreProperties>
</file>